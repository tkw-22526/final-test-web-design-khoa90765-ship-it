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Alexandria Medium" pitchFamily="34" charset="0"/>
      <p:regular r:id="rId17"/>
    </p:embeddedFont>
    <p:embeddedFont>
      <p:font typeface="Alexandria Medium" pitchFamily="34" charset="-122"/>
      <p:regular r:id="rId18"/>
    </p:embeddedFont>
    <p:embeddedFont>
      <p:font typeface="Alexandria Medium" pitchFamily="34" charset="-120"/>
      <p:regular r:id="rId19"/>
    </p:embeddedFont>
    <p:embeddedFont>
      <p:font typeface="Manrope" pitchFamily="34" charset="0"/>
      <p:regular r:id="rId20"/>
    </p:embeddedFont>
    <p:embeddedFont>
      <p:font typeface="Manrope" pitchFamily="34" charset="-122"/>
      <p:regular r:id="rId21"/>
    </p:embeddedFont>
    <p:embeddedFont>
      <p:font typeface="Manrope" pitchFamily="34" charset="-120"/>
      <p:regular r:id="rId22"/>
    </p:embeddedFont>
    <p:embeddedFont>
      <p:font typeface="Calibri" panose="020F0502020204030204" charset="0"/>
      <p:regular r:id="rId23"/>
      <p:bold r:id="rId24"/>
      <p:italic r:id="rId25"/>
      <p:bold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6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54422"/>
            <a:ext cx="4722763" cy="13289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ĐỒ ÁN: THIẾT KẾ WEBSITE — GIỚI THIỆU MÓN ĂN VIỆT NAM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395984"/>
            <a:ext cx="5179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Đại học Trà Vinh — Khoa Công nghệ Thông tin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2782267"/>
            <a:ext cx="1479724" cy="1506810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2640" y="2928789"/>
            <a:ext cx="1186681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Người hướng dẫn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3456756"/>
            <a:ext cx="118668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Ths. Nguyễn Ngọc Đan Thanh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117601" y="2782267"/>
            <a:ext cx="1479724" cy="1506810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64122" y="2928789"/>
            <a:ext cx="1186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Sinh viên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264122" y="3235300"/>
            <a:ext cx="118668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Tăng Huỳnh Anh Khoa — MS: 110125085 — Lớp: DA25TTA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739083" y="2782267"/>
            <a:ext cx="1479724" cy="1506810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5605" y="2928789"/>
            <a:ext cx="1186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Thời gian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885605" y="3235300"/>
            <a:ext cx="1186681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Vĩnh Long, tháng 6 năm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27113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Giới thiệu đề tài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082701"/>
            <a:ext cx="472276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Thiết kế website giới thiệu các món ăn Việt Nam nhằm tập trung thông tin, giới thiệu nguồn gốc, nguyên liệu, cách chế biến và giá trị văn hóa — hỗ trợ tra cứu cho người dùng trong và ngoài nước.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922612"/>
            <a:ext cx="4722763" cy="793775"/>
          </a:xfrm>
          <a:prstGeom prst="roundRect">
            <a:avLst>
              <a:gd name="adj" fmla="val 26790"/>
            </a:avLst>
          </a:prstGeom>
          <a:solidFill>
            <a:srgbClr val="CDEFFE"/>
          </a:solidFill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6877" y="3123381"/>
            <a:ext cx="177180" cy="1417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3099792"/>
            <a:ext cx="4120307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Ứng dụng HTML, CSS, JavaScript và Bootstrap để xây dựng giao diện responsive.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49412"/>
            <a:ext cx="4722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Mục tiêu nghiên cứu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905000"/>
            <a:ext cx="2290465" cy="1989013"/>
          </a:xfrm>
          <a:prstGeom prst="roundRect">
            <a:avLst>
              <a:gd name="adj" fmla="val 10691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6927" y="2065809"/>
            <a:ext cx="1968847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Mục tiêu tổng quát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56927" y="2372320"/>
            <a:ext cx="1968847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Xây dựng website giới thiệu món ăn truyền thống, dễ tra cứu và khám phá.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928342" y="1905000"/>
            <a:ext cx="2290539" cy="1989013"/>
          </a:xfrm>
          <a:prstGeom prst="roundRect">
            <a:avLst>
              <a:gd name="adj" fmla="val 10691"/>
            </a:avLst>
          </a:prstGeom>
          <a:solidFill>
            <a:srgbClr val="FFFFFF"/>
          </a:solidFill>
          <a:ln w="19050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89151" y="2065809"/>
            <a:ext cx="19689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Mục tiêu cụ thể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9151" y="2372320"/>
            <a:ext cx="1968922" cy="13608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Nghiên cứu HTML5, CSS3, JavaScript, Bootstrap; xây dựng trang chủ, danh sách, chi tiết; chức năng tìm kiếm; tối ưu responsive; quảng bá văn hóa ẩm thực.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38721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Phương pháp nghiên cứu &amp; Phạm vi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236068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Phương pháp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599283"/>
            <a:ext cx="3902943" cy="10559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Thu thập tài liệu từ sách, giáo trình, web chuyên ngành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Phân tích nhu cầu người dùng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Thiết kế bằng HTML/CSS/JS, Bootstrap</a:t>
            </a:r>
            <a:endParaRPr lang="en-US" sz="1100" dirty="0"/>
          </a:p>
          <a:p>
            <a:pPr marL="223520" indent="-22352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Thực nghiệm, kiểm thử và điều chỉnh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236068"/>
            <a:ext cx="3902943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Phạm vi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599283"/>
            <a:ext cx="3902943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Website tĩnh (HTML/CSS/JS). Chức năng chính: danh sách, chi tiết, tìm kiếm, hiển thị hình ảnh; không có đăng nhập, thanh toán hay DB.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2184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Đối tượng &amp; Nội dung giới thiệu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48346"/>
            <a:ext cx="753740" cy="9421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27038" y="2248346"/>
            <a:ext cx="166821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Phở Bò Hà Nội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427038" y="2554858"/>
            <a:ext cx="166821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Đặc sản miền Bắc, nước dùng đậm đà, bánh phở và thịt bò.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2433" y="2248346"/>
            <a:ext cx="753740" cy="9421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03353" y="2248346"/>
            <a:ext cx="166821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Bánh Mì Việt Nam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203353" y="2554858"/>
            <a:ext cx="1668214" cy="68044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Bánh mì giòn, nhân đa dạng — biểu tượng ẩm thực đường phố Việt.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8747" y="2248346"/>
            <a:ext cx="753740" cy="9421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9667" y="2248346"/>
            <a:ext cx="1668214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Bún Bò Huế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979667" y="2554858"/>
            <a:ext cx="1668214" cy="45362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Đặc sản Huế, vị cay nồng, hương thơm đặc trưng.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3394770"/>
            <a:ext cx="8608963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Danh sách mở rộng trong phụ lục: 20 món đại diện nhiều vùng miền.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9152"/>
            <a:ext cx="8151763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Cơ sở lý thuyết &amp; Công nghệ áp dụng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034480"/>
            <a:ext cx="3053135" cy="173005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99892" y="1294209"/>
            <a:ext cx="354360" cy="3543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31432" y="1294209"/>
            <a:ext cx="422113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HTML5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4431432" y="1657424"/>
            <a:ext cx="4221138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Cấu trúc trang, semantic tags, biểu mẫu và nội dung món ăn.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899892" y="2167756"/>
            <a:ext cx="354360" cy="35436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431432" y="2167756"/>
            <a:ext cx="422113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CSS3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4431432" y="2530971"/>
            <a:ext cx="4221138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Trang trí, Box Model, Flexbox, Grid, animation và responsive.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99892" y="3041303"/>
            <a:ext cx="354360" cy="3543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431432" y="3041303"/>
            <a:ext cx="422113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JavaScript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4431432" y="3404518"/>
            <a:ext cx="4221138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Quản lý dữ liệu, DOM, tìm kiếm và localStorage.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99892" y="3914849"/>
            <a:ext cx="354360" cy="3543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431432" y="3914849"/>
            <a:ext cx="4221138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Bootstrap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4431432" y="4278064"/>
            <a:ext cx="4221138" cy="22681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Grid system, navbar, card, form — giúp responsive nhanh chóng.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2134"/>
            <a:ext cx="8151763" cy="366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Phân tích, thiết kế hệ thống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63439"/>
            <a:ext cx="8608963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Hệ thống cho phép: xem danh sách, xem chi tiết, tìm kiếm, điều hướng giữa trang chủ — danh sách — chi tiết.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44426"/>
            <a:ext cx="8151763" cy="321587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64229" y="2358178"/>
            <a:ext cx="1621640" cy="2206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Truy cập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764229" y="2641566"/>
            <a:ext cx="1621640" cy="3226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Người dùng mở trang chủ hoặc danh sách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780309" y="2740360"/>
            <a:ext cx="1621640" cy="2206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Tải dữ liệu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3780309" y="3023749"/>
            <a:ext cx="1621640" cy="3226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Hệ thống gọi API và nạp danh sách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19923" y="2358178"/>
            <a:ext cx="1621641" cy="2206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Hiển thị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819923" y="2641566"/>
            <a:ext cx="1621641" cy="3226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1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Hiện danh sách và chi tiết món ăn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96119" y="4569619"/>
            <a:ext cx="8608963" cy="1716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Use cases chính: Xem món ăn, Tìm kiếm món ăn, Xem chi tiết.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380"/>
            <a:ext cx="8151763" cy="41530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Triển khai &amp; Kiểm thử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96119" y="1732359"/>
            <a:ext cx="2642369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Môi trường phát triển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2064618"/>
            <a:ext cx="2642369" cy="6179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VS Code, Google Chrome, HTML5, CSS3, JavaScript, Bootstrap 5. Cấu hình tham khảo: Intel i5, 8GB RAM, SSD 256GB.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96119" y="2807122"/>
            <a:ext cx="2642369" cy="2076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Kết quả kiểm thử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96119" y="3139380"/>
            <a:ext cx="2642369" cy="95473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Mở website: Đạt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Xem món ăn / Chi tiết: Đạt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Tìm kiếm: Đạt</a:t>
            </a:r>
            <a:endParaRPr lang="en-US" sz="1000" dirty="0"/>
          </a:p>
          <a:p>
            <a:pPr marL="203200" indent="-203200" algn="l">
              <a:lnSpc>
                <a:spcPct val="129000"/>
              </a:lnSpc>
              <a:buSzPct val="100000"/>
              <a:buChar char="•"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Responsive: Đạt</a:t>
            </a:r>
            <a:endParaRPr lang="en-US" sz="1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67398" y="1141661"/>
            <a:ext cx="5185172" cy="293823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67398" y="4220021"/>
            <a:ext cx="5185172" cy="4119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000" dirty="0">
                <a:solidFill>
                  <a:srgbClr val="5B6E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Thư mục dự án: index.html, pages/, css/style.css, js/data.js &amp; app.js, assets hình ảnh món ăn.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704701"/>
            <a:ext cx="4722763" cy="8859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Đánh giá, hạn chế &amp; hướng phát triển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803276"/>
            <a:ext cx="1479724" cy="2635523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071640" y="1949797"/>
            <a:ext cx="1186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Ưu điểm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71640" y="2256309"/>
            <a:ext cx="1186681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Giao diện đơn giản, dễ sử dụng, tốc độ tải nhanh, responsive.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546601" y="1803276"/>
            <a:ext cx="1479724" cy="2635523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93122" y="1949797"/>
            <a:ext cx="1186681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Hạn chế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693122" y="2256309"/>
            <a:ext cx="1186681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Chưa có cơ sở dữ liệu, chưa đăng nhập, chưa quản trị, số lượng món hạn chế.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168083" y="1803276"/>
            <a:ext cx="1479724" cy="2635523"/>
          </a:xfrm>
          <a:prstGeom prst="roundRect">
            <a:avLst>
              <a:gd name="adj" fmla="val 14371"/>
            </a:avLst>
          </a:prstGeom>
          <a:solidFill>
            <a:srgbClr val="E6F7FF"/>
          </a:solidFill>
          <a:ln w="4763">
            <a:solidFill>
              <a:srgbClr val="B3D5E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4605" y="1949797"/>
            <a:ext cx="1186681" cy="4429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Hướng phát triển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314605" y="2477765"/>
            <a:ext cx="1186681" cy="181451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Thêm DB (MySQL/Mongo), tính năng đăng nhập/đánh giá/yêu thích, bổ sung dữ liệu, triển khai thực tế trên hosting/VPS.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570" y="394335"/>
            <a:ext cx="8151495" cy="4208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5B6E8C"/>
                </a:solidFill>
                <a:latin typeface="Alexandria Medium" pitchFamily="34" charset="0"/>
                <a:ea typeface="Alexandria Medium" pitchFamily="34" charset="-122"/>
                <a:cs typeface="Alexandria Medium" pitchFamily="34" charset="-120"/>
              </a:rPr>
              <a:t> 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97255" y="368935"/>
            <a:ext cx="7347585" cy="403479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endParaRPr lang="en-US" sz="800" dirty="0"/>
          </a:p>
        </p:txBody>
      </p:sp>
      <p:sp>
        <p:nvSpPr>
          <p:cNvPr id="18" name="Text Box 17"/>
          <p:cNvSpPr txBox="1"/>
          <p:nvPr/>
        </p:nvSpPr>
        <p:spPr>
          <a:xfrm>
            <a:off x="896620" y="1431290"/>
            <a:ext cx="7207250" cy="27743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/>
              <a:t>                                               XIN CH</a:t>
            </a:r>
            <a:r>
              <a:rPr lang="en-US" altLang="en-US"/>
              <a:t>Â</a:t>
            </a:r>
            <a:r>
              <a:rPr lang="en-US" altLang="en-US"/>
              <a:t>N TH</a:t>
            </a:r>
            <a:r>
              <a:rPr lang="en-US" altLang="en-US"/>
              <a:t>À</a:t>
            </a:r>
            <a:r>
              <a:rPr lang="en-US" altLang="en-US"/>
              <a:t>NH CẢM </a:t>
            </a:r>
            <a:r>
              <a:rPr lang="en-US" altLang="en-US"/>
              <a:t>Ơ</a:t>
            </a:r>
            <a:r>
              <a:rPr lang="en-US" altLang="en-US"/>
              <a:t>N!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            Cảm ơn qu</a:t>
            </a:r>
            <a:r>
              <a:rPr lang="en-US" altLang="en-US"/>
              <a:t>ý </a:t>
            </a:r>
            <a:r>
              <a:rPr lang="en-US" altLang="en-US"/>
              <a:t>thầy cô và các bạn </a:t>
            </a:r>
            <a:r>
              <a:rPr lang="en-US" altLang="en-US"/>
              <a:t>đ</a:t>
            </a:r>
            <a:r>
              <a:rPr lang="en-US" altLang="en-US"/>
              <a:t>ã lắng nghe bài thuyết trình của em.</a:t>
            </a:r>
            <a:endParaRPr lang="en-US" altLang="en-US"/>
          </a:p>
          <a:p>
            <a:r>
              <a:rPr lang="en-US" altLang="en-US"/>
              <a:t>      Rất mong nhận </a:t>
            </a:r>
            <a:r>
              <a:rPr lang="en-US" altLang="en-US"/>
              <a:t>đư</a:t>
            </a:r>
            <a:r>
              <a:rPr lang="en-US" altLang="en-US"/>
              <a:t>ợc những </a:t>
            </a:r>
            <a:r>
              <a:rPr lang="en-US" altLang="en-US"/>
              <a:t>ý </a:t>
            </a:r>
            <a:r>
              <a:rPr lang="en-US" altLang="en-US"/>
              <a:t>kiến </a:t>
            </a:r>
            <a:r>
              <a:rPr lang="en-US" altLang="en-US"/>
              <a:t>đ</a:t>
            </a:r>
            <a:r>
              <a:rPr lang="en-US" altLang="en-US"/>
              <a:t>óng góp </a:t>
            </a:r>
            <a:r>
              <a:rPr lang="en-US" altLang="en-US"/>
              <a:t>đ</a:t>
            </a:r>
            <a:r>
              <a:rPr lang="en-US" altLang="en-US"/>
              <a:t>ể bài thuyết trình </a:t>
            </a:r>
            <a:r>
              <a:rPr lang="en-US" altLang="en-US"/>
              <a:t>đư</a:t>
            </a:r>
            <a:r>
              <a:rPr lang="en-US" altLang="en-US"/>
              <a:t>ợc hoàn thiện hơn.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2936</Words>
  <Application>WPS Presentation</Application>
  <PresentationFormat>On-screen Show (16:9)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SimSun</vt:lpstr>
      <vt:lpstr>Wingdings</vt:lpstr>
      <vt:lpstr>Alexandria Medium</vt:lpstr>
      <vt:lpstr>Alexandria Medium</vt:lpstr>
      <vt:lpstr>Alexandria Medium</vt:lpstr>
      <vt:lpstr>Manrope</vt:lpstr>
      <vt:lpstr>Manrope</vt:lpstr>
      <vt:lpstr>Manrope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HP</cp:lastModifiedBy>
  <cp:revision>3</cp:revision>
  <dcterms:created xsi:type="dcterms:W3CDTF">2026-07-14T06:05:00Z</dcterms:created>
  <dcterms:modified xsi:type="dcterms:W3CDTF">2026-07-14T11:42:43Z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0B999AE9B1224CA299FA88C4F02BF462_13</vt:lpwstr>
  </property>
</Properties>
</file>